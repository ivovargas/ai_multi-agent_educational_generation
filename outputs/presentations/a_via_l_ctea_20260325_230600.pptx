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Via Láctea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Protótipo multiagente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introdução ao tema</a:t>
            </a:r>
          </a:p>
          <a:p>
            <a:r>
              <a:t>Relação de introdução ao tema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fundamentais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conceitos fundamentais</a:t>
            </a:r>
          </a:p>
          <a:p>
            <a:r>
              <a:t>Relação de conceitos fundamentais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ou exemplos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aplicações ou exemplos</a:t>
            </a:r>
          </a:p>
          <a:p>
            <a:r>
              <a:t>Relação de aplicações ou exemplos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vantagens e limitações</a:t>
            </a:r>
          </a:p>
          <a:p>
            <a:r>
              <a:t>Relação de vantagens e limitações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Síntese dos principais pontos apresentados.</a:t>
            </a:r>
          </a:p>
          <a:p>
            <a:r>
              <a:t>Material gerado automaticamente pelo protótipo.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