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Apresentação Gerada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Protótipo multiagente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Introdução ao tema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Explicação principal sobre introdução ao tema</a:t>
            </a:r>
          </a:p>
          <a:p>
            <a:r>
              <a:t>Relação de introdução ao tema com o tema</a:t>
            </a:r>
          </a:p>
          <a:p>
            <a:r>
              <a:t>Exemplo ou observação relevante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Conceitos fundamentais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Explicação principal sobre conceitos fundamentais</a:t>
            </a:r>
          </a:p>
          <a:p>
            <a:r>
              <a:t>Relação de conceitos fundamentais com o tema</a:t>
            </a:r>
          </a:p>
          <a:p>
            <a:r>
              <a:t>Exemplo ou observação relevante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Aplicações ou exemplos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Explicação principal sobre aplicações ou exemplos</a:t>
            </a:r>
          </a:p>
          <a:p>
            <a:r>
              <a:t>Relação de aplicações ou exemplos com o tema</a:t>
            </a:r>
          </a:p>
          <a:p>
            <a:r>
              <a:t>Exemplo ou observação relevante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Vantagens e limitações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Explicação principal sobre vantagens e limitações</a:t>
            </a:r>
          </a:p>
          <a:p>
            <a:r>
              <a:t>Relação de vantagens e limitações com o tema</a:t>
            </a:r>
          </a:p>
          <a:p>
            <a:r>
              <a:t>Exemplo ou observação relevante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Conclusão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Síntese dos principais pontos apresentados.</a:t>
            </a:r>
          </a:p>
          <a:p>
            <a:r>
              <a:t>Material gerado automaticamente pelo protótipo.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