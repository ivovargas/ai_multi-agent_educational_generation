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Introdução à 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</a:defRPr>
            </a:pPr>
            <a:r>
              <a:t>O objetivo é introdução a programação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6949440" cy="210312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907792"/>
            <a:ext cx="67299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Imagem de capa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246120"/>
            <a:ext cx="67299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Imagem de capa relacionada com Introdução à Programação.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4617720"/>
            <a:ext cx="6729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Estudantes do ensino superior | Ensino superior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O que é Programação?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2 · RA1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Definição de programação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Objetivos principais da programação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Breve histórico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Elemento visual educativo relacionado com O que é Programação?. Alinhado com SOLO_2.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Por que Programar?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3 · RA2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Relevância da programação na sociedade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Impacto no mercado de trabalho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Exemplos de áreas que utilizam programação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Elemento visual educativo relacionado com Por que Programar?. Alinhado com SOLO_3.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Lógica de Programação e Algoritmos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3 · RA3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O que é lógica de programação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Definição de algoritmo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Exemplo simples de algoritmo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Elemento visual educativo relacionado com Lógica de Programação e Algoritmos. Alinhado com SOLO_3.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Principais Linguagens de Programação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3 · RA4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Exemplos de linguagens (Python, Java, C, etc.)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Características básicas de cada linguagem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Comparação entre linguagens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Elemento visual educativo relacionado com Principais Linguagens de Programação. Alinhado com SOLO_3.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Estruturas Básicas: Variáveis, Operadores e Controlo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4 · RA5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O que são variáveis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Tipos de operadores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Estruturas de controlo (if, while, for)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Exemplo prático em pseudocódigo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Elemento visual educativo relacionado com Estruturas Básicas: Variáveis, Operadores e Controlo. Alinhado com SOLO_4.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Aplicações Práticas da Programação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4 · RA6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Exemplos reais de uso da programação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Como a programação resolve problemas práticos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Reflexão sobre o impacto da programação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Elemento visual educativo relacionado com Aplicações Práticas da Programação. Alinhado com SOLO_4.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47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12529"/>
                </a:solidFill>
              </a:defRPr>
            </a:pPr>
            <a: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074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78F6"/>
                </a:solidFill>
              </a:defRPr>
            </a:pPr>
            <a:r>
              <a:t>SOLO · RA5, RA6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262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Síntese dos principais pontos abordados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Reforço das ideias-chave da apresentação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Possíveis extensões ou aplicações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834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399032"/>
            <a:ext cx="26151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3478F6"/>
                </a:solidFill>
              </a:defRPr>
            </a:pPr>
            <a:r>
              <a:t>Apoio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1737360"/>
            <a:ext cx="2615184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Ícone ou ilustração simples de encerramento.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5760720"/>
            <a:ext cx="26151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Descrição 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1908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Gerado automaticamente pelo protótipo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